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66928" cy="566928"/>
          </a:xfrm>
          <a:prstGeom prst="roundRect">
            <a:avLst>
              <a:gd name="adj" fmla="val 22581"/>
            </a:avLst>
          </a:prstGeom>
          <a:ln w="3175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82296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водоподготовка и очистка сточных вод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ООО «БМТ»  ·  40 лет на рынке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gsk-tech.ru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Инжиниринговая компания полного цикла в промышленной водоподготовке и очистке сточных вод. Собственное производство, аттестованная лаборатория и проектный штат. Технологическое ядро — баромембранные технологии.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Основана в 1985 году. В 2026-м вошла в состав Горно-строительной компании.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40880" y="1463040"/>
            <a:ext cx="4599432" cy="45720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572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60920" y="2171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 на рынке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60920" y="2606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60920" y="2715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360920" y="3314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внедрённых установок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749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858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360920" y="4457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60920" y="4892040"/>
            <a:ext cx="395935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5001768"/>
            <a:ext cx="3959352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м²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360920" y="560070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производственных площадей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СОСТАВЕ ГРУППЫ ГСК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3383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45352" y="1508760"/>
            <a:ext cx="5394960" cy="3383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 ВОДЫ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65392" y="1737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СТРОИТЕЛЬНАЯ ЧАСТЬ ГРУППЫ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обследование и подбор технологии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очистных сооружений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оборудования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пусконаладка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и поставка расходников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65392" y="22860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земляные работы и котлованы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ограждения котлованов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свайные основания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подземные сооружения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монолитные конструкции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solidFill>
            <a:srgbClr val="2C415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1663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договор.   Один генподрядчик.   Одна ответственность за сроки.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ЦИКЛ УСЛУГ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828800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Экологическое обследование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18534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75534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9" name="Text 7"/>
          <p:cNvSpPr/>
          <p:nvPr/>
        </p:nvSpPr>
        <p:spPr>
          <a:xfrm>
            <a:off x="2675534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355494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технологических решений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08269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5269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5269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45229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 очистных сооружений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98003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5003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17" name="Text 15"/>
          <p:cNvSpPr/>
          <p:nvPr/>
        </p:nvSpPr>
        <p:spPr>
          <a:xfrm>
            <a:off x="6655003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34963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 оборудования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787738" y="2537460"/>
            <a:ext cx="846734" cy="0"/>
          </a:xfrm>
          <a:prstGeom prst="line">
            <a:avLst/>
          </a:prstGeom>
          <a:noFill/>
          <a:ln w="1905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44738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21" name="Text 19"/>
          <p:cNvSpPr/>
          <p:nvPr/>
        </p:nvSpPr>
        <p:spPr>
          <a:xfrm>
            <a:off x="8644738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24698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и пусконаладка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634472" y="1965960"/>
            <a:ext cx="1143000" cy="1143000"/>
          </a:xfrm>
          <a:prstGeom prst="ellipse">
            <a:avLst/>
          </a:prstGeom>
          <a:solidFill>
            <a:srgbClr val="2C4157"/>
          </a:solidFill>
          <a:ln/>
        </p:spPr>
      </p:sp>
      <p:sp>
        <p:nvSpPr>
          <p:cNvPr id="24" name="Text 22"/>
          <p:cNvSpPr/>
          <p:nvPr/>
        </p:nvSpPr>
        <p:spPr>
          <a:xfrm>
            <a:off x="10634472" y="19659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314432" y="324612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и постгарантийное обслуживание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отбора пробы до сервиса — в одних руках.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СТОЧНЫХ ВОД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технологий и изготовление оборудования для очистки промышленных и хозяйственно-бытовых сточных вод.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5852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горнодобывающий и обогатительный комплекс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полигоны твёрдых коммунальных отходов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гальванические производства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металлургия, машиностроение, электроника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предприятия ЖКХ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промышленность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транспортные предприятия, АЗС, нефтебазы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Резервуарный парк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блочно-модульная станция очистки стоков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ПРОМЫШЛЕННАЯ ВОДОПОДГОТОВКА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зал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обратного осмоса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60720" y="1508760"/>
            <a:ext cx="5879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технологий и производство оборудования для получения обессоленной воды для технологических процессов.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760720" y="2606040"/>
            <a:ext cx="587959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теплоэнергетика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ликёро-водочное и безалкогольное производство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фармацевтика и парфюмерия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пищевая промышленность и металлургия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электроника и микроэлектроника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нефтегазовая отрасль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химическая, стекольная, гальваника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Баромембранные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обратный осмос, нанофильтрация, ультра- и микрофильтрация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38828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7428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Реагентные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67428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коагуляция, флокуляция, нейтрализация, осаждение металлов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129016" y="141732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158191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Сорбционные и ионообменные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357616" y="2020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доочистка, умягчение, извлечение ценных компонентов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Биологические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77240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удаление органики и биогенных элементов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38828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67428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Физические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67428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флотация, отстаивание, фильтрация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29016" y="2926080"/>
            <a:ext cx="3511296" cy="13258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3090672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осадка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57616" y="352958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сгущение, обезвоживание на фильтр-прессе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сток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76272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441448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41448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предочистка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69080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34256" y="4526280"/>
            <a:ext cx="1627632" cy="502920"/>
          </a:xfrm>
          <a:prstGeom prst="rect">
            <a:avLst/>
          </a:prstGeom>
          <a:solidFill>
            <a:srgbClr val="2C4157"/>
          </a:solidFill>
          <a:ln w="12700">
            <a:solidFill>
              <a:srgbClr val="2C41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блок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61888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27064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27064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доочистка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854696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9872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9872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обработка осадка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47504" y="4526280"/>
            <a:ext cx="265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12680" y="4526280"/>
            <a:ext cx="1627632" cy="502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12680" y="4526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очищенная вода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Технологическое ядро — баромембранное разделение под давлением.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НИОКР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разрабатывается под конкретный сток, а не подбирается по каталогу. Выполнены сотни исследовательских работ, стендовых и пилотных испытаний, доведённых до аппаратурного оформления на площадках заказчиков.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фундаментальные и прикладные исследования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апробирование технологий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стендовые и пилотные испытания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серийное оформление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 и пилотная установка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площадке заказчика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937760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475488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Аналитическая лаборатория: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пробами, титрование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897880" y="1508760"/>
            <a:ext cx="57424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Аттестованная аналитическая лаборатория. Анализ пробы заказчика проводится до заключения договора — технология подбирается по фактическому составу воды.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97880" y="3200400"/>
            <a:ext cx="5742432" cy="12344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0" y="320040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092440" y="3200400"/>
            <a:ext cx="3273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показателей химического анализа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897880" y="4617720"/>
            <a:ext cx="5742432" cy="12344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4617720"/>
            <a:ext cx="5193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Аттестат аккредитации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512064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и срок действия — актуальные на дату выпуска (вписать)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ПРОЕКТИРОВАНИЕ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Проектная документация по составу, установленному Постановлением Правительства № 87. Собственный проектный штат, опыт прохождения государственных экспертиз.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технологические и архитектурно-строительные решения, инженерные сети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мероприятия по охране окружающей среды, сметная документация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членство в СРО на проектные, строительно-монтажные и изыскательские работы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ГИПы в Национальном реестре специалистов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опыт главгосэкспертизы и государственной экологической экспертизы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4416552" cy="27889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463040"/>
            <a:ext cx="423367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Проектный отдел: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чертежи, 3D-модель очистных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Проектирование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8828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8828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СМР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9016" y="5394960"/>
            <a:ext cx="3511296" cy="777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9016" y="53949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 · Изыскания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Собственные цеха. Оборудование изготавливается, а не перепродаётся. Система менеджмента качества ISO 9001.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28 000 м²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производственных площадей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3280" y="2514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383280" y="3081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серийного оборудования в год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блочно-модульные установки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ёмкостное оборудование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и мембранные блоки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системы дозирования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шкафы автоматики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изделия на отгрузке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463040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63040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Цех сборки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061704" y="1463040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53144" y="1463040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Ёмкостное оборудование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3822192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22192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Мембранный блок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704" y="3822192"/>
            <a:ext cx="2587752" cy="2240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3144" y="3822192"/>
            <a:ext cx="240487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Шкаф автоматики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МОНТАЖ, ПУСКОНАЛАДКА, СЕРВИС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отгрузки заказчик не остаётся один. Оборудование выводится на проектные показатели, персонал заказчика обучается, поставляются мембраны и реагенты.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СМР и шеф-монтаж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пусконаладка и вывод на проектные показатели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 заказчика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регламентное обслуживание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поставка мембран, загрузок и реагентов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08760"/>
            <a:ext cx="4782312" cy="21945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508760"/>
            <a:ext cx="45994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оборудования на объекте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0" y="3840480"/>
            <a:ext cx="4782312" cy="21945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3840480"/>
            <a:ext cx="459943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Щит управления / шкаф автоматики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СОТРУДНИЧЕСТВО И НАУКА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94960" cy="1920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Профильный вуз / совместная лаборатория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45352" y="1508760"/>
            <a:ext cx="5394960" cy="192024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36792" y="150876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Природный объект нацпроекта «Экология»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45352" y="3611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НАЦИОНАЛЬНЫЕ ПРОЕКТЫ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0233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РХТУ им. Д.И. Менделеева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МФТИ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Московский политехнический университет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ИГХТУ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ВлГУ им. Столетовых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45352" y="402336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«Экология» (программа «Чистая страна»)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«Наука и университеты»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совместные НИОКР, практика и обучение студентов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ПОСТАВОК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6949440" cy="45262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67665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России: города поставок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 · Байкальск · Североуральск · Емва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 · Тула · Волгоградская обл. · Ленинградская обл.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0" y="155448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0" y="237744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очистки стоков в год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0" y="2926080"/>
            <a:ext cx="386791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301752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0" y="38404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объектов водоподготовки в год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0" y="4389120"/>
            <a:ext cx="3867912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4480560"/>
            <a:ext cx="3867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772400" y="530352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единиц серийного оборудования в год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РАЗРЕШИТЕЛЬНЫЕ ДОКУМЕНТЫ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65960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Декларация ТР ТС ЕАЭС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8828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3148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3148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56148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— менеджмент качества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9016" y="146304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03336" y="169164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03336" y="169164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46336" y="169164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14001 — экологический менеджмент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65960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Сертификаты на продукцию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8828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3148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3148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56148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Выписки СРО (проект., СМР, изыскания)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9016" y="3429000"/>
            <a:ext cx="351129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03336" y="3657600"/>
            <a:ext cx="1005840" cy="128016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336" y="36576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46336" y="3657600"/>
            <a:ext cx="1865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Аттестат аккредитации лаборатории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 переоформляются на новое наименование; до завершения действуют в текущем виде под брендом «ГСК технологии (ранее ООО «БМТ»)».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ПРОМЫШЛЕННЫЕ ОТХОДЫ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«КРАСНЫЙ БОР»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ОПИ, подбор технологии, ПД и РД, главгосэкспертиза и ГЭЭ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и 220 м³/ч, очистка по 110 показателям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Ленинградская область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2021–2022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показателей очистки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Станция очистки промышленных отходов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ПРОМЫШЛЕННЫЕ ОТХОДЫ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«БАЙКАЛЬСКИЙ ЦБК»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ОПИ, технология, ПД и РД, экспертизы, поставка, ввод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и 100 м³/ч, 32 показателя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Байкальск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2021–2024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показателя очистки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Очистные сооружения, Байкальск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ОАО «УРАЛМЕХАНОБР» · РУДНИК «ОКТЯБРЬСКИЙ»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НИР, ПД и РД, сопровождение госэкспертизы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 рудника «Октябрьский»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«БОКСИТ ТИМАНА»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ПД, поставка оборудования и реагентов, ПНР; карьерные воды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Республика Коми, Емва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2017–2019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карьерных вод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ШАХТНЫЕ ВОДЫ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«СУБР» · ШАХТА «ЧЕРЕМУХОВСКАЯ»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 и реконструкция очистных сооружений шахты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с 800 до 3000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Североуральск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2017–2020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800→3000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Реконструированные очистные шахты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ПАО «ГМК «НОРИЛЬСКИЙ НИКЕЛЬ»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шахтных вод рудника «Ангидрит» и карьерных вод карьера «Кайерканский»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и 1000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Норильск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2016–2018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 (карьерные воды)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Норильского района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ХИМИЯ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«ИРКУТСКАЯ ХИМИЧЕСКАЯ КОМПАНИЯ»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Технология получения карбоната лития из гидроминерального сырья, ПД и РД, поставка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2023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Li₂CO₃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карбонат лития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получения карбоната лития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ГАЛЬВАНИКА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АО «ЩЕГЛОВСКИЙ ВАЛ»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ПД, поставка, ПНР; замкнутый водооборот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74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6674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Тула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5993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966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46227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 — замкнутый водооборот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Компактная установка в цехе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/ ВОДОПОДГОТОВКА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«НЬЮБИО»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РАБОТ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756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водоподготовки для глубокой переработки зерна кукурузы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529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4553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м³/ч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48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Волгоградская область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334256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4398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 РЕАЛИЗАЦИИ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129784"/>
            <a:ext cx="6309360" cy="0"/>
          </a:xfrm>
          <a:prstGeom prst="line">
            <a:avLst/>
          </a:prstGeom>
          <a:noFill/>
          <a:ln w="12700">
            <a:solidFill>
              <a:srgbClr val="D5DB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257800"/>
            <a:ext cx="6309360" cy="86868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257800"/>
            <a:ext cx="34701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703320" y="5257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м³/ч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1783080"/>
            <a:ext cx="4416552" cy="434340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783080"/>
            <a:ext cx="4233672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Установка водоподготовки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изображение-заполнитель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ДОВЕРЯЮТ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Норникель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03550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4990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Ростех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58461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9901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РЖД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3371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4811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СИБУР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68282" y="160020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9722" y="160020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Роскосмос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Росатом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803550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4990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ЛУКОЙЛ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58461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9901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СУЭК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3371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4811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Татнефть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568282" y="315468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9722" y="315468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Иркутская нефтяная компания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ОАК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803550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4990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Мосэнерго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58461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9901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холдинг «Титан»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3371" y="4709160"/>
            <a:ext cx="207203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04811" y="4709160"/>
            <a:ext cx="18891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Яндекс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каждому логотипу — договор и согласие на упоминание.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НАЧАТЬ РАБОТУ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присылаете протокол анализа воды и требуемые показатели на выходе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059936" y="1828800"/>
            <a:ext cx="2788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338828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3148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13148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Мы возвращаемся с технологической схемой и предварительной оценкой стоимости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50124" y="1828800"/>
            <a:ext cx="27889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8129016" y="1828800"/>
            <a:ext cx="3511296" cy="3017520"/>
          </a:xfrm>
          <a:prstGeom prst="rect">
            <a:avLst/>
          </a:prstGeom>
          <a:solidFill>
            <a:srgbClr val="EDF0F3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3336" y="2103120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403336" y="3154680"/>
            <a:ext cx="29626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E2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необходимости проводим опытно-промышленные испытания на вашей площадке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ответа — согласованный с коммерческим отделом (вписать в рабочих днях).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ГСК ТЕХНОЛОГИИ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C4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ООО «ГСК ТЕХНОЛОГИИ»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ранее ООО «БМТ»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ПРОИЗВОДСТВЕННАЯ ПЛОЩАДКА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г. Владимир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gsk-tech.ru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info@gsk-tech.ru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03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C8D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577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…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595360" y="182880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82880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41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5D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сайт компании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ГСК технологии — промышленная водоподготовка и очистка сточных вод</dc:title>
  <dc:subject>PptxGenJS Presentation</dc:subject>
  <dc:creator>ГСК технологии</dc:creator>
  <cp:lastModifiedBy>ГСК технологии</cp:lastModifiedBy>
  <cp:revision>1</cp:revision>
  <dcterms:created xsi:type="dcterms:W3CDTF">2026-07-21T20:17:15Z</dcterms:created>
  <dcterms:modified xsi:type="dcterms:W3CDTF">2026-07-21T20:17:15Z</dcterms:modified>
</cp:coreProperties>
</file>